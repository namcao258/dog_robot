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8CE10-A2FB-0312-579C-D33FBB144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4A44F-E90B-9820-EE1B-87D5347741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6E2A4-E1EE-A43E-4E8E-4D08F731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CEEC-21F8-4190-B48B-FEC31F5EA89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CDF22-33F4-ECF1-7528-FE6AE9D9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30D2C-663F-89DD-59D2-723745BB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E28-A1FE-4EA3-8093-E24E99F0F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32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F2A3D-94AB-6A51-7A3A-0A52B74AF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0B1A8-D78C-81A6-0F24-D8F9423D4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87DB9-69B1-065A-CD24-0CCDDFB89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CEEC-21F8-4190-B48B-FEC31F5EA89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8B65F-EE41-1A42-61C0-F4901749E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CE488-6802-5E41-5459-CC3797628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E28-A1FE-4EA3-8093-E24E99F0F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3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B1197-081B-D410-9A91-0364AC971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C997F-92EA-63B4-7DD0-E3BF6B8D7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8208C-716C-A3AD-5521-9DDDE58A0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CEEC-21F8-4190-B48B-FEC31F5EA89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974CF-72AE-20CD-AEEE-C53EB9F0F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AE737-0EF0-997B-BD07-0F41DA782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E28-A1FE-4EA3-8093-E24E99F0F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73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FC5E-C5AA-3210-4C02-428AD1EEE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E9878-7479-0545-046B-5D729B40A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ED7A7-7F8A-3536-2475-CDB9D6496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26AEC-1F7D-FB85-F910-67D686BA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CEEC-21F8-4190-B48B-FEC31F5EA89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02EEE-ED9C-794B-66F8-8D7F7F18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576D6-61A3-FC19-4074-D6DF5D7C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E28-A1FE-4EA3-8093-E24E99F0F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20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48E35-CBAE-8D05-36DB-698E8635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45E53-F73B-D6EA-3774-AC50242F5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3A547-5F51-4797-3DCB-38A81CA4C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FB6DA-4A54-3265-AD33-0222768DC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DF59E6-FBE6-5C42-2E58-D371A61B0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6FB33B-F13B-5B27-1E99-4330B43CD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CEEC-21F8-4190-B48B-FEC31F5EA89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F3E106-358A-2C07-6B24-DA5630118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CD59A1-687E-7A29-E3C2-FA777F89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E28-A1FE-4EA3-8093-E24E99F0F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3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2530-4FA5-8854-A845-55B25400F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28336B-9786-041B-07B4-2A6B44CF5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CEEC-21F8-4190-B48B-FEC31F5EA89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407D0-D887-1C97-5E13-1CFB7CCC7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EF219-0D49-4C67-F40A-8CD93CC6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E28-A1FE-4EA3-8093-E24E99F0F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19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8100B6-0A51-086A-421D-1B718B67C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CEEC-21F8-4190-B48B-FEC31F5EA89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A67DC-C39E-66C7-27BF-13E56185E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A9821-FFC2-47F0-ED9E-059E91FC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E28-A1FE-4EA3-8093-E24E99F0F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9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8BF6-F3FA-B5BD-50F2-B3C2F5857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8DC9B-4F54-394A-DA40-BA2E00703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20AE5-4997-DC43-B3AD-7348C1585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AEEB7-3FBD-C829-774F-7B4121C3E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CEEC-21F8-4190-B48B-FEC31F5EA89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D3D0E-2C7C-50E1-2D03-7710DCAB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14F6D-6BAD-5C96-D661-8698E19F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E28-A1FE-4EA3-8093-E24E99F0F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8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10FC-76AB-C7FB-DEF4-16C4D8706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A8331A-CEF9-66C2-E8D4-AA208E7B2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5F3E8-104B-6D47-3CAC-8513E1639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F0D10-713B-774F-7C1A-C898FB988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CEEC-21F8-4190-B48B-FEC31F5EA89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1768C-CBC5-DC4B-C733-4631111A7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148BC-9438-4ABB-9523-8E8AA5FDE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E28-A1FE-4EA3-8093-E24E99F0F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7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4CAA-00FB-8ED1-9F73-709CB316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BCE50-9BF5-9E9E-23EA-079595E95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C40FB-0605-90F1-1DFB-C302535D9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CEEC-21F8-4190-B48B-FEC31F5EA89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E2830-2E7C-98C5-6023-19FB626C1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D815B-16CE-02D5-90F4-B4061A30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E28-A1FE-4EA3-8093-E24E99F0F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35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26D49A-AF78-94E1-27F8-FCD9C4F681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63A99-96C5-BF37-1638-3993C4729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EC8DF-C59E-45BC-BB14-33DD66921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CEEC-21F8-4190-B48B-FEC31F5EA89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7041C-7DF2-C1D0-55D2-932F243C6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3AC24-6B67-CEBD-2E4C-476A8E7B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E28-A1FE-4EA3-8093-E24E99F0F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65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6D1C70-9193-AEFB-C365-5384D10A3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775A-7B8B-4E81-ADE2-5568ACAD8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A0D5E-4F60-2EAF-BC94-B87E77346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8CEEC-21F8-4190-B48B-FEC31F5EA89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B0BAE-6120-614A-6A1D-7716BEB4A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68EF4-8F7C-E04C-2786-F93934A11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4FE28-A1FE-4EA3-8093-E24E99F0F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0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C8E9-39D6-C85D-37C2-5E71900CAB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Robot Dog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5C208-1641-DF6A-61D0-860922AB85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50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A43D0-B723-24D1-9B06-21FA070C5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FKinematics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FFBF8D6-B922-336E-AD2A-7C48449D73CD}"/>
              </a:ext>
            </a:extLst>
          </p:cNvPr>
          <p:cNvSpPr/>
          <p:nvPr/>
        </p:nvSpPr>
        <p:spPr>
          <a:xfrm>
            <a:off x="9220200" y="516020"/>
            <a:ext cx="2133600" cy="87947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C515554-F777-F56C-F8E2-519E6D4E893A}"/>
              </a:ext>
            </a:extLst>
          </p:cNvPr>
          <p:cNvCxnSpPr>
            <a:cxnSpLocks/>
          </p:cNvCxnSpPr>
          <p:nvPr/>
        </p:nvCxnSpPr>
        <p:spPr>
          <a:xfrm flipH="1">
            <a:off x="9765991" y="965839"/>
            <a:ext cx="54049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2167987-BBDE-775D-3A64-A963BF7D1849}"/>
              </a:ext>
            </a:extLst>
          </p:cNvPr>
          <p:cNvCxnSpPr>
            <a:cxnSpLocks/>
          </p:cNvCxnSpPr>
          <p:nvPr/>
        </p:nvCxnSpPr>
        <p:spPr>
          <a:xfrm>
            <a:off x="10306485" y="965839"/>
            <a:ext cx="0" cy="697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68EAA522-7AAD-6EC4-424E-0FB0C387B084}"/>
              </a:ext>
            </a:extLst>
          </p:cNvPr>
          <p:cNvSpPr/>
          <p:nvPr/>
        </p:nvSpPr>
        <p:spPr>
          <a:xfrm>
            <a:off x="10154084" y="803641"/>
            <a:ext cx="304800" cy="304232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042B35B-484A-365F-6765-BF4466440980}"/>
              </a:ext>
            </a:extLst>
          </p:cNvPr>
          <p:cNvSpPr/>
          <p:nvPr/>
        </p:nvSpPr>
        <p:spPr>
          <a:xfrm>
            <a:off x="10264645" y="913996"/>
            <a:ext cx="83678" cy="835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89612C-AA01-6790-A22C-2279E6F14D5C}"/>
              </a:ext>
            </a:extLst>
          </p:cNvPr>
          <p:cNvSpPr txBox="1"/>
          <p:nvPr/>
        </p:nvSpPr>
        <p:spPr>
          <a:xfrm>
            <a:off x="9626951" y="596507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X</a:t>
            </a:r>
            <a:r>
              <a:rPr lang="en-US" baseline="-25000">
                <a:solidFill>
                  <a:srgbClr val="FF0000"/>
                </a:solidFill>
              </a:rPr>
              <a:t>0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304450-B24A-F1EC-6781-F57631DBAD76}"/>
              </a:ext>
            </a:extLst>
          </p:cNvPr>
          <p:cNvSpPr txBox="1"/>
          <p:nvPr/>
        </p:nvSpPr>
        <p:spPr>
          <a:xfrm>
            <a:off x="10471518" y="1045863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/>
                </a:solidFill>
              </a:rPr>
              <a:t>Y</a:t>
            </a:r>
            <a:r>
              <a:rPr lang="en-US" baseline="-25000">
                <a:solidFill>
                  <a:schemeClr val="accent6"/>
                </a:solidFill>
              </a:rPr>
              <a:t>0</a:t>
            </a:r>
            <a:endParaRPr lang="en-US">
              <a:solidFill>
                <a:schemeClr val="accent6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EC5CFF-792A-6DF7-2D45-BFA3A2B95898}"/>
              </a:ext>
            </a:extLst>
          </p:cNvPr>
          <p:cNvSpPr txBox="1"/>
          <p:nvPr/>
        </p:nvSpPr>
        <p:spPr>
          <a:xfrm>
            <a:off x="10368901" y="596276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Z</a:t>
            </a:r>
            <a:r>
              <a:rPr lang="en-US" baseline="-25000">
                <a:solidFill>
                  <a:srgbClr val="00B0F0"/>
                </a:solidFill>
              </a:rPr>
              <a:t>0</a:t>
            </a:r>
            <a:endParaRPr lang="en-US">
              <a:solidFill>
                <a:srgbClr val="00B0F0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74B7F73-8FA7-6FF1-B807-84BB96AF638C}"/>
              </a:ext>
            </a:extLst>
          </p:cNvPr>
          <p:cNvSpPr/>
          <p:nvPr/>
        </p:nvSpPr>
        <p:spPr>
          <a:xfrm>
            <a:off x="9385300" y="1244600"/>
            <a:ext cx="241650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A27C6C8-0337-DAF4-D15E-D7370A0A0130}"/>
              </a:ext>
            </a:extLst>
          </p:cNvPr>
          <p:cNvSpPr/>
          <p:nvPr/>
        </p:nvSpPr>
        <p:spPr>
          <a:xfrm>
            <a:off x="9385300" y="301314"/>
            <a:ext cx="241650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B97F632-40C1-3D2C-3D73-B910181003CC}"/>
              </a:ext>
            </a:extLst>
          </p:cNvPr>
          <p:cNvSpPr/>
          <p:nvPr/>
        </p:nvSpPr>
        <p:spPr>
          <a:xfrm>
            <a:off x="10991326" y="297583"/>
            <a:ext cx="241650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6FB005F-E60C-2584-9DED-EFF37F374C50}"/>
              </a:ext>
            </a:extLst>
          </p:cNvPr>
          <p:cNvSpPr/>
          <p:nvPr/>
        </p:nvSpPr>
        <p:spPr>
          <a:xfrm>
            <a:off x="10991326" y="1258361"/>
            <a:ext cx="241650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B98F9B-D349-E072-E194-355555F8D3DA}"/>
              </a:ext>
            </a:extLst>
          </p:cNvPr>
          <p:cNvSpPr txBox="1"/>
          <p:nvPr/>
        </p:nvSpPr>
        <p:spPr>
          <a:xfrm>
            <a:off x="8820150" y="1415195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LF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1472B2-D13C-3B68-7D01-4FADE2671982}"/>
              </a:ext>
            </a:extLst>
          </p:cNvPr>
          <p:cNvSpPr txBox="1"/>
          <p:nvPr/>
        </p:nvSpPr>
        <p:spPr>
          <a:xfrm>
            <a:off x="8798290" y="208057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RF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A71852-46CD-407F-B0F8-264CD21EEE86}"/>
              </a:ext>
            </a:extLst>
          </p:cNvPr>
          <p:cNvSpPr txBox="1"/>
          <p:nvPr/>
        </p:nvSpPr>
        <p:spPr>
          <a:xfrm>
            <a:off x="11201349" y="170747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D03AB52-AC20-14CC-55F7-96BFF5C7A3A8}"/>
              </a:ext>
            </a:extLst>
          </p:cNvPr>
          <p:cNvSpPr txBox="1"/>
          <p:nvPr/>
        </p:nvSpPr>
        <p:spPr>
          <a:xfrm>
            <a:off x="11232976" y="1415195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LR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F73A96F-4220-9AD8-43C6-15C85F0837D5}"/>
              </a:ext>
            </a:extLst>
          </p:cNvPr>
          <p:cNvCxnSpPr/>
          <p:nvPr/>
        </p:nvCxnSpPr>
        <p:spPr>
          <a:xfrm>
            <a:off x="9506125" y="1690688"/>
            <a:ext cx="78087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1801DF9-07C7-92A6-C8AA-2F79EF87F60F}"/>
              </a:ext>
            </a:extLst>
          </p:cNvPr>
          <p:cNvSpPr txBox="1"/>
          <p:nvPr/>
        </p:nvSpPr>
        <p:spPr>
          <a:xfrm>
            <a:off x="9719149" y="1388664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H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70320BA-57CA-264D-374C-5C978A9CF876}"/>
              </a:ext>
            </a:extLst>
          </p:cNvPr>
          <p:cNvCxnSpPr>
            <a:cxnSpLocks/>
          </p:cNvCxnSpPr>
          <p:nvPr/>
        </p:nvCxnSpPr>
        <p:spPr>
          <a:xfrm>
            <a:off x="8636142" y="956138"/>
            <a:ext cx="2717658" cy="0"/>
          </a:xfrm>
          <a:prstGeom prst="line">
            <a:avLst/>
          </a:prstGeom>
          <a:ln w="9525"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EAE3BE8-5858-B4BC-460E-650293171C44}"/>
              </a:ext>
            </a:extLst>
          </p:cNvPr>
          <p:cNvCxnSpPr>
            <a:cxnSpLocks/>
          </p:cNvCxnSpPr>
          <p:nvPr/>
        </p:nvCxnSpPr>
        <p:spPr>
          <a:xfrm>
            <a:off x="8677409" y="1412483"/>
            <a:ext cx="2717658" cy="0"/>
          </a:xfrm>
          <a:prstGeom prst="line">
            <a:avLst/>
          </a:prstGeom>
          <a:ln w="9525"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4AB410A-9F4D-F474-A470-860F48D3E297}"/>
              </a:ext>
            </a:extLst>
          </p:cNvPr>
          <p:cNvCxnSpPr>
            <a:cxnSpLocks/>
          </p:cNvCxnSpPr>
          <p:nvPr/>
        </p:nvCxnSpPr>
        <p:spPr>
          <a:xfrm>
            <a:off x="9506125" y="208057"/>
            <a:ext cx="0" cy="1609467"/>
          </a:xfrm>
          <a:prstGeom prst="line">
            <a:avLst/>
          </a:prstGeom>
          <a:ln w="9525"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03B86C2-A82B-0165-5555-4E05F3EFAE14}"/>
              </a:ext>
            </a:extLst>
          </p:cNvPr>
          <p:cNvCxnSpPr>
            <a:cxnSpLocks/>
          </p:cNvCxnSpPr>
          <p:nvPr/>
        </p:nvCxnSpPr>
        <p:spPr>
          <a:xfrm flipV="1">
            <a:off x="4208367" y="1917065"/>
            <a:ext cx="0" cy="711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4BC74883-17B5-17DE-6640-0E60B6240E5D}"/>
              </a:ext>
            </a:extLst>
          </p:cNvPr>
          <p:cNvSpPr/>
          <p:nvPr/>
        </p:nvSpPr>
        <p:spPr>
          <a:xfrm>
            <a:off x="4055966" y="2466052"/>
            <a:ext cx="304800" cy="30423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D0959CD7-5D60-6654-D100-7E0A7C58CFFB}"/>
              </a:ext>
            </a:extLst>
          </p:cNvPr>
          <p:cNvSpPr/>
          <p:nvPr/>
        </p:nvSpPr>
        <p:spPr>
          <a:xfrm>
            <a:off x="4166527" y="2576407"/>
            <a:ext cx="83678" cy="835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623C8A9-2CA4-428C-372A-1AEE2B4C4045}"/>
              </a:ext>
            </a:extLst>
          </p:cNvPr>
          <p:cNvSpPr txBox="1"/>
          <p:nvPr/>
        </p:nvSpPr>
        <p:spPr>
          <a:xfrm>
            <a:off x="3528833" y="2258918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X</a:t>
            </a:r>
            <a:r>
              <a:rPr lang="en-US" baseline="-25000">
                <a:solidFill>
                  <a:srgbClr val="FF0000"/>
                </a:solidFill>
              </a:rPr>
              <a:t>0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D763D39-D793-37D7-9B24-3BE39A9E3B5E}"/>
              </a:ext>
            </a:extLst>
          </p:cNvPr>
          <p:cNvSpPr txBox="1"/>
          <p:nvPr/>
        </p:nvSpPr>
        <p:spPr>
          <a:xfrm>
            <a:off x="4145798" y="2685865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/>
                </a:solidFill>
              </a:rPr>
              <a:t>Y</a:t>
            </a:r>
            <a:r>
              <a:rPr lang="en-US" baseline="-25000">
                <a:solidFill>
                  <a:schemeClr val="accent6"/>
                </a:solidFill>
              </a:rPr>
              <a:t>0</a:t>
            </a:r>
            <a:endParaRPr lang="en-US">
              <a:solidFill>
                <a:schemeClr val="accent6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A225A8B-0E66-5C3D-0D6A-31107F315033}"/>
              </a:ext>
            </a:extLst>
          </p:cNvPr>
          <p:cNvSpPr txBox="1"/>
          <p:nvPr/>
        </p:nvSpPr>
        <p:spPr>
          <a:xfrm>
            <a:off x="4192376" y="172628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Z</a:t>
            </a:r>
            <a:r>
              <a:rPr lang="en-US" baseline="-25000">
                <a:solidFill>
                  <a:srgbClr val="00B0F0"/>
                </a:solidFill>
              </a:rPr>
              <a:t>0</a:t>
            </a:r>
            <a:endParaRPr lang="en-US">
              <a:solidFill>
                <a:srgbClr val="00B0F0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A2565CF-8F9A-D2F2-683E-A42216E42547}"/>
              </a:ext>
            </a:extLst>
          </p:cNvPr>
          <p:cNvCxnSpPr>
            <a:cxnSpLocks/>
          </p:cNvCxnSpPr>
          <p:nvPr/>
        </p:nvCxnSpPr>
        <p:spPr>
          <a:xfrm flipH="1">
            <a:off x="3486939" y="2621392"/>
            <a:ext cx="721427" cy="66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F269B7B-5ED2-0DF7-767F-F4D1B2C5A096}"/>
              </a:ext>
            </a:extLst>
          </p:cNvPr>
          <p:cNvCxnSpPr/>
          <p:nvPr/>
        </p:nvCxnSpPr>
        <p:spPr>
          <a:xfrm>
            <a:off x="4542523" y="1244600"/>
            <a:ext cx="34895" cy="4038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A067BB4B-1C62-4C08-192F-A275D3EA615A}"/>
              </a:ext>
            </a:extLst>
          </p:cNvPr>
          <p:cNvSpPr/>
          <p:nvPr/>
        </p:nvSpPr>
        <p:spPr>
          <a:xfrm>
            <a:off x="1175338" y="2296578"/>
            <a:ext cx="645666" cy="6414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25BB2C43-EA94-E544-CA14-0A94EA01F4F6}"/>
              </a:ext>
            </a:extLst>
          </p:cNvPr>
          <p:cNvSpPr/>
          <p:nvPr/>
        </p:nvSpPr>
        <p:spPr>
          <a:xfrm rot="19593028">
            <a:off x="1602428" y="2280383"/>
            <a:ext cx="460184" cy="172702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1DEA4489-9D63-A61B-470C-D7DF48ED5515}"/>
              </a:ext>
            </a:extLst>
          </p:cNvPr>
          <p:cNvSpPr/>
          <p:nvPr/>
        </p:nvSpPr>
        <p:spPr>
          <a:xfrm>
            <a:off x="1358040" y="2483715"/>
            <a:ext cx="279400" cy="2730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2266529B-C3AA-CBBD-EF44-65C98C3B0B0E}"/>
              </a:ext>
            </a:extLst>
          </p:cNvPr>
          <p:cNvSpPr/>
          <p:nvPr/>
        </p:nvSpPr>
        <p:spPr>
          <a:xfrm rot="577249">
            <a:off x="1948303" y="3691745"/>
            <a:ext cx="454262" cy="17526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CCC4C62-3422-8902-B328-46B20D630B00}"/>
              </a:ext>
            </a:extLst>
          </p:cNvPr>
          <p:cNvSpPr/>
          <p:nvPr/>
        </p:nvSpPr>
        <p:spPr>
          <a:xfrm>
            <a:off x="2164982" y="3718166"/>
            <a:ext cx="279400" cy="2730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82324B94-13B0-2AB0-511E-AF88A46AF5B4}"/>
              </a:ext>
            </a:extLst>
          </p:cNvPr>
          <p:cNvCxnSpPr>
            <a:cxnSpLocks/>
          </p:cNvCxnSpPr>
          <p:nvPr/>
        </p:nvCxnSpPr>
        <p:spPr>
          <a:xfrm flipV="1">
            <a:off x="1487718" y="1927165"/>
            <a:ext cx="0" cy="711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3CC02727-3E66-E212-E24F-DBCCD5EBB186}"/>
              </a:ext>
            </a:extLst>
          </p:cNvPr>
          <p:cNvSpPr/>
          <p:nvPr/>
        </p:nvSpPr>
        <p:spPr>
          <a:xfrm>
            <a:off x="1405867" y="2546678"/>
            <a:ext cx="176582" cy="1762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08174BAD-822E-2ADD-4973-4CA89E19148C}"/>
              </a:ext>
            </a:extLst>
          </p:cNvPr>
          <p:cNvSpPr/>
          <p:nvPr/>
        </p:nvSpPr>
        <p:spPr>
          <a:xfrm>
            <a:off x="1445878" y="2586507"/>
            <a:ext cx="83678" cy="835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E1AE801-E944-57B5-9EC5-9F959F87B100}"/>
              </a:ext>
            </a:extLst>
          </p:cNvPr>
          <p:cNvSpPr txBox="1"/>
          <p:nvPr/>
        </p:nvSpPr>
        <p:spPr>
          <a:xfrm>
            <a:off x="808184" y="2269018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X</a:t>
            </a:r>
            <a:r>
              <a:rPr lang="en-US" baseline="-25000">
                <a:solidFill>
                  <a:srgbClr val="FF0000"/>
                </a:solidFill>
              </a:rPr>
              <a:t>LF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DA2A059-BDF6-FDDA-EF9C-CA0E7AF3C25E}"/>
              </a:ext>
            </a:extLst>
          </p:cNvPr>
          <p:cNvSpPr txBox="1"/>
          <p:nvPr/>
        </p:nvSpPr>
        <p:spPr>
          <a:xfrm>
            <a:off x="1425149" y="2695965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/>
                </a:solidFill>
              </a:rPr>
              <a:t>Y</a:t>
            </a:r>
            <a:r>
              <a:rPr lang="en-US" baseline="-25000">
                <a:solidFill>
                  <a:schemeClr val="accent6"/>
                </a:solidFill>
              </a:rPr>
              <a:t>LF</a:t>
            </a:r>
            <a:endParaRPr lang="en-US">
              <a:solidFill>
                <a:schemeClr val="accent6"/>
              </a:solidFill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03F74208-D520-5798-D1DD-249D0D548CD4}"/>
              </a:ext>
            </a:extLst>
          </p:cNvPr>
          <p:cNvCxnSpPr>
            <a:cxnSpLocks/>
          </p:cNvCxnSpPr>
          <p:nvPr/>
        </p:nvCxnSpPr>
        <p:spPr>
          <a:xfrm flipH="1">
            <a:off x="765420" y="2612876"/>
            <a:ext cx="721427" cy="66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C9358410-1D4B-C94F-2815-F2C0C10779CF}"/>
              </a:ext>
            </a:extLst>
          </p:cNvPr>
          <p:cNvSpPr txBox="1"/>
          <p:nvPr/>
        </p:nvSpPr>
        <p:spPr>
          <a:xfrm>
            <a:off x="1477861" y="175449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Z</a:t>
            </a:r>
            <a:r>
              <a:rPr lang="en-US" baseline="-25000">
                <a:solidFill>
                  <a:srgbClr val="00B0F0"/>
                </a:solidFill>
              </a:rPr>
              <a:t>LF</a:t>
            </a:r>
            <a:endParaRPr lang="en-US">
              <a:solidFill>
                <a:srgbClr val="00B0F0"/>
              </a:solidFill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364E82A-DBB1-C61D-7586-E975E0841E00}"/>
              </a:ext>
            </a:extLst>
          </p:cNvPr>
          <p:cNvCxnSpPr>
            <a:cxnSpLocks/>
          </p:cNvCxnSpPr>
          <p:nvPr/>
        </p:nvCxnSpPr>
        <p:spPr>
          <a:xfrm>
            <a:off x="533114" y="2632307"/>
            <a:ext cx="2717658" cy="0"/>
          </a:xfrm>
          <a:prstGeom prst="line">
            <a:avLst/>
          </a:prstGeom>
          <a:ln w="9525"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78841FF-5F2D-3A5B-92FE-F2D8E4BE43D6}"/>
              </a:ext>
            </a:extLst>
          </p:cNvPr>
          <p:cNvCxnSpPr>
            <a:cxnSpLocks/>
          </p:cNvCxnSpPr>
          <p:nvPr/>
        </p:nvCxnSpPr>
        <p:spPr>
          <a:xfrm>
            <a:off x="579414" y="3880799"/>
            <a:ext cx="2717658" cy="0"/>
          </a:xfrm>
          <a:prstGeom prst="line">
            <a:avLst/>
          </a:prstGeom>
          <a:ln w="9525"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EEB3145-C95E-5320-B9FF-5DFB5E6F16D2}"/>
              </a:ext>
            </a:extLst>
          </p:cNvPr>
          <p:cNvCxnSpPr>
            <a:cxnSpLocks/>
          </p:cNvCxnSpPr>
          <p:nvPr/>
        </p:nvCxnSpPr>
        <p:spPr>
          <a:xfrm>
            <a:off x="999878" y="1784527"/>
            <a:ext cx="2553456" cy="4058041"/>
          </a:xfrm>
          <a:prstGeom prst="line">
            <a:avLst/>
          </a:prstGeom>
          <a:ln w="9525"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F94E80CC-A39A-2D28-6C72-DC389F693177}"/>
              </a:ext>
            </a:extLst>
          </p:cNvPr>
          <p:cNvCxnSpPr>
            <a:cxnSpLocks/>
          </p:cNvCxnSpPr>
          <p:nvPr/>
        </p:nvCxnSpPr>
        <p:spPr>
          <a:xfrm flipH="1">
            <a:off x="1937852" y="3321050"/>
            <a:ext cx="468272" cy="2534322"/>
          </a:xfrm>
          <a:prstGeom prst="line">
            <a:avLst/>
          </a:prstGeom>
          <a:ln w="9525"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F97AA4B-3282-010F-822D-263A1B090236}"/>
              </a:ext>
            </a:extLst>
          </p:cNvPr>
          <p:cNvGrpSpPr/>
          <p:nvPr/>
        </p:nvGrpSpPr>
        <p:grpSpPr>
          <a:xfrm rot="20132496">
            <a:off x="5570809" y="1985439"/>
            <a:ext cx="3446338" cy="3505199"/>
            <a:chOff x="5238590" y="2489769"/>
            <a:chExt cx="3446338" cy="3505199"/>
          </a:xfrm>
          <a:noFill/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A60CCF63-7806-8D20-588A-6B0A6850A3A4}"/>
                </a:ext>
              </a:extLst>
            </p:cNvPr>
            <p:cNvSpPr/>
            <p:nvPr/>
          </p:nvSpPr>
          <p:spPr>
            <a:xfrm>
              <a:off x="7196161" y="2489769"/>
              <a:ext cx="454262" cy="1752600"/>
            </a:xfrm>
            <a:prstGeom prst="roundRect">
              <a:avLst/>
            </a:prstGeom>
            <a:grpFill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DDBC5E0D-4208-9ECE-1EE1-91EADDEEE8E9}"/>
                </a:ext>
              </a:extLst>
            </p:cNvPr>
            <p:cNvSpPr/>
            <p:nvPr/>
          </p:nvSpPr>
          <p:spPr>
            <a:xfrm>
              <a:off x="6107563" y="2489769"/>
              <a:ext cx="1071349" cy="64144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E0617B58-17B9-7D84-579D-BB6C066AA696}"/>
                </a:ext>
              </a:extLst>
            </p:cNvPr>
            <p:cNvSpPr/>
            <p:nvPr/>
          </p:nvSpPr>
          <p:spPr>
            <a:xfrm>
              <a:off x="7054851" y="4139181"/>
              <a:ext cx="620498" cy="206375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383C852A-94BA-704C-E360-F3EE527EE906}"/>
                </a:ext>
              </a:extLst>
            </p:cNvPr>
            <p:cNvSpPr/>
            <p:nvPr/>
          </p:nvSpPr>
          <p:spPr>
            <a:xfrm>
              <a:off x="7196161" y="4242368"/>
              <a:ext cx="454262" cy="1752600"/>
            </a:xfrm>
            <a:prstGeom prst="roundRect">
              <a:avLst/>
            </a:prstGeom>
            <a:grpFill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6B3829EC-BA04-6AF9-526C-DA4C5B73702C}"/>
                </a:ext>
              </a:extLst>
            </p:cNvPr>
            <p:cNvCxnSpPr>
              <a:cxnSpLocks/>
            </p:cNvCxnSpPr>
            <p:nvPr/>
          </p:nvCxnSpPr>
          <p:spPr>
            <a:xfrm>
              <a:off x="5967270" y="2813431"/>
              <a:ext cx="2717658" cy="0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3D110188-E44E-2FCC-6B45-230762B5ABA9}"/>
                </a:ext>
              </a:extLst>
            </p:cNvPr>
            <p:cNvCxnSpPr>
              <a:cxnSpLocks/>
            </p:cNvCxnSpPr>
            <p:nvPr/>
          </p:nvCxnSpPr>
          <p:spPr>
            <a:xfrm rot="2342148">
              <a:off x="5238590" y="3065651"/>
              <a:ext cx="3252991" cy="2216835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5B0E8DB0-61C5-E29C-F5C7-EE0903170907}"/>
              </a:ext>
            </a:extLst>
          </p:cNvPr>
          <p:cNvSpPr/>
          <p:nvPr/>
        </p:nvSpPr>
        <p:spPr>
          <a:xfrm>
            <a:off x="1779285" y="2670029"/>
            <a:ext cx="269928" cy="325296"/>
          </a:xfrm>
          <a:custGeom>
            <a:avLst/>
            <a:gdLst>
              <a:gd name="csX0" fmla="*/ 242698 w 242698"/>
              <a:gd name="csY0" fmla="*/ 0 h 284322"/>
              <a:gd name="csX1" fmla="*/ 184743 w 242698"/>
              <a:gd name="csY1" fmla="*/ 225380 h 284322"/>
              <a:gd name="csX2" fmla="*/ 4439 w 242698"/>
              <a:gd name="csY2" fmla="*/ 283335 h 2843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42698" h="284322">
                <a:moveTo>
                  <a:pt x="242698" y="0"/>
                </a:moveTo>
                <a:cubicBezTo>
                  <a:pt x="233575" y="89079"/>
                  <a:pt x="224453" y="178158"/>
                  <a:pt x="184743" y="225380"/>
                </a:cubicBezTo>
                <a:cubicBezTo>
                  <a:pt x="145033" y="272602"/>
                  <a:pt x="-29905" y="288701"/>
                  <a:pt x="4439" y="28333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2BE72DE5-F17A-C921-047D-1734C297BDF4}"/>
              </a:ext>
            </a:extLst>
          </p:cNvPr>
          <p:cNvSpPr/>
          <p:nvPr/>
        </p:nvSpPr>
        <p:spPr>
          <a:xfrm>
            <a:off x="2574837" y="3896296"/>
            <a:ext cx="269928" cy="325296"/>
          </a:xfrm>
          <a:custGeom>
            <a:avLst/>
            <a:gdLst>
              <a:gd name="csX0" fmla="*/ 242698 w 242698"/>
              <a:gd name="csY0" fmla="*/ 0 h 284322"/>
              <a:gd name="csX1" fmla="*/ 184743 w 242698"/>
              <a:gd name="csY1" fmla="*/ 225380 h 284322"/>
              <a:gd name="csX2" fmla="*/ 4439 w 242698"/>
              <a:gd name="csY2" fmla="*/ 283335 h 2843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42698" h="284322">
                <a:moveTo>
                  <a:pt x="242698" y="0"/>
                </a:moveTo>
                <a:cubicBezTo>
                  <a:pt x="233575" y="89079"/>
                  <a:pt x="224453" y="178158"/>
                  <a:pt x="184743" y="225380"/>
                </a:cubicBezTo>
                <a:cubicBezTo>
                  <a:pt x="145033" y="272602"/>
                  <a:pt x="-29905" y="288701"/>
                  <a:pt x="4439" y="28333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872C8971-01B3-7728-1DA4-33597A4FDE1C}"/>
              </a:ext>
            </a:extLst>
          </p:cNvPr>
          <p:cNvSpPr/>
          <p:nvPr/>
        </p:nvSpPr>
        <p:spPr>
          <a:xfrm rot="1790136">
            <a:off x="2285131" y="4273769"/>
            <a:ext cx="269928" cy="325296"/>
          </a:xfrm>
          <a:custGeom>
            <a:avLst/>
            <a:gdLst>
              <a:gd name="csX0" fmla="*/ 242698 w 242698"/>
              <a:gd name="csY0" fmla="*/ 0 h 284322"/>
              <a:gd name="csX1" fmla="*/ 184743 w 242698"/>
              <a:gd name="csY1" fmla="*/ 225380 h 284322"/>
              <a:gd name="csX2" fmla="*/ 4439 w 242698"/>
              <a:gd name="csY2" fmla="*/ 283335 h 2843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42698" h="284322">
                <a:moveTo>
                  <a:pt x="242698" y="0"/>
                </a:moveTo>
                <a:cubicBezTo>
                  <a:pt x="233575" y="89079"/>
                  <a:pt x="224453" y="178158"/>
                  <a:pt x="184743" y="225380"/>
                </a:cubicBezTo>
                <a:cubicBezTo>
                  <a:pt x="145033" y="272602"/>
                  <a:pt x="-29905" y="288701"/>
                  <a:pt x="4439" y="28333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BA7A386-F72F-E81A-169B-863FA3401F3E}"/>
              </a:ext>
            </a:extLst>
          </p:cNvPr>
          <p:cNvCxnSpPr/>
          <p:nvPr/>
        </p:nvCxnSpPr>
        <p:spPr>
          <a:xfrm>
            <a:off x="2398737" y="4463099"/>
            <a:ext cx="29013" cy="1769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010BC91A-27AE-8D2A-2812-6CE618F3DAA4}"/>
              </a:ext>
            </a:extLst>
          </p:cNvPr>
          <p:cNvSpPr txBox="1"/>
          <p:nvPr/>
        </p:nvSpPr>
        <p:spPr>
          <a:xfrm>
            <a:off x="2019220" y="2681201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θ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6A2CB53-9B3C-77AC-9A11-A40E3801D410}"/>
              </a:ext>
            </a:extLst>
          </p:cNvPr>
          <p:cNvSpPr txBox="1"/>
          <p:nvPr/>
        </p:nvSpPr>
        <p:spPr>
          <a:xfrm>
            <a:off x="2762362" y="4020007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θ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B79B456-AC33-BFCD-7928-EF4BF16A400B}"/>
              </a:ext>
            </a:extLst>
          </p:cNvPr>
          <p:cNvSpPr txBox="1"/>
          <p:nvPr/>
        </p:nvSpPr>
        <p:spPr>
          <a:xfrm>
            <a:off x="2321565" y="4598733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θ</a:t>
            </a:r>
            <a:r>
              <a:rPr lang="en-US" baseline="-25000"/>
              <a:t>3</a:t>
            </a:r>
            <a:endParaRPr lang="en-US"/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071A25E0-5C59-E639-0354-BBDF84691BE8}"/>
              </a:ext>
            </a:extLst>
          </p:cNvPr>
          <p:cNvGrpSpPr/>
          <p:nvPr/>
        </p:nvGrpSpPr>
        <p:grpSpPr>
          <a:xfrm>
            <a:off x="4628859" y="997518"/>
            <a:ext cx="4613201" cy="5244532"/>
            <a:chOff x="4628859" y="997518"/>
            <a:chExt cx="4613201" cy="524453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E5B6B24-96E2-F6AE-4B20-AA65FF74388E}"/>
                </a:ext>
              </a:extLst>
            </p:cNvPr>
            <p:cNvGrpSpPr/>
            <p:nvPr/>
          </p:nvGrpSpPr>
          <p:grpSpPr>
            <a:xfrm>
              <a:off x="4628859" y="1623146"/>
              <a:ext cx="1099846" cy="1180790"/>
              <a:chOff x="4628859" y="1623146"/>
              <a:chExt cx="1099846" cy="1180790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47B1561B-2F05-A2B3-52FF-C64C4D66C995}"/>
                  </a:ext>
                </a:extLst>
              </p:cNvPr>
              <p:cNvCxnSpPr/>
              <p:nvPr/>
            </p:nvCxnSpPr>
            <p:spPr>
              <a:xfrm flipV="1">
                <a:off x="5093444" y="1817524"/>
                <a:ext cx="0" cy="8118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659B02E7-9A29-2E08-3E13-5740CAB275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3444" y="2629352"/>
                <a:ext cx="5542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AF14A67-56B6-9DCA-1917-15B48E0E84ED}"/>
                  </a:ext>
                </a:extLst>
              </p:cNvPr>
              <p:cNvSpPr/>
              <p:nvPr/>
            </p:nvSpPr>
            <p:spPr>
              <a:xfrm>
                <a:off x="4941043" y="2467154"/>
                <a:ext cx="304800" cy="304232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5D780EE-8F82-378F-790D-9A7332AB3EB0}"/>
                  </a:ext>
                </a:extLst>
              </p:cNvPr>
              <p:cNvSpPr/>
              <p:nvPr/>
            </p:nvSpPr>
            <p:spPr>
              <a:xfrm>
                <a:off x="5051604" y="2577509"/>
                <a:ext cx="83678" cy="83522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6B0690E-A1F1-3022-E9CF-2F0C7E749957}"/>
                  </a:ext>
                </a:extLst>
              </p:cNvPr>
              <p:cNvSpPr txBox="1"/>
              <p:nvPr/>
            </p:nvSpPr>
            <p:spPr>
              <a:xfrm>
                <a:off x="4628859" y="2434604"/>
                <a:ext cx="3946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>
                    <a:solidFill>
                      <a:srgbClr val="FF0000"/>
                    </a:solidFill>
                  </a:rPr>
                  <a:t>X</a:t>
                </a:r>
                <a:r>
                  <a:rPr lang="en-US" baseline="-25000">
                    <a:solidFill>
                      <a:srgbClr val="FF0000"/>
                    </a:solidFill>
                  </a:rPr>
                  <a:t>0</a:t>
                </a:r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ABCAF9-1C10-1D95-7866-25118186E5E2}"/>
                  </a:ext>
                </a:extLst>
              </p:cNvPr>
              <p:cNvSpPr txBox="1"/>
              <p:nvPr/>
            </p:nvSpPr>
            <p:spPr>
              <a:xfrm>
                <a:off x="5337251" y="2296710"/>
                <a:ext cx="3914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>
                    <a:solidFill>
                      <a:schemeClr val="accent6"/>
                    </a:solidFill>
                  </a:rPr>
                  <a:t>Y</a:t>
                </a:r>
                <a:r>
                  <a:rPr lang="en-US" baseline="-25000">
                    <a:solidFill>
                      <a:schemeClr val="accent6"/>
                    </a:solidFill>
                  </a:rPr>
                  <a:t>0</a:t>
                </a:r>
                <a:endParaRPr lang="en-US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BEF3C5-7E7D-10C8-6ABD-E70781E0F884}"/>
                  </a:ext>
                </a:extLst>
              </p:cNvPr>
              <p:cNvSpPr txBox="1"/>
              <p:nvPr/>
            </p:nvSpPr>
            <p:spPr>
              <a:xfrm>
                <a:off x="5033963" y="1623146"/>
                <a:ext cx="385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>
                    <a:solidFill>
                      <a:srgbClr val="00B0F0"/>
                    </a:solidFill>
                  </a:rPr>
                  <a:t>Z</a:t>
                </a:r>
                <a:r>
                  <a:rPr lang="en-US" baseline="-25000">
                    <a:solidFill>
                      <a:srgbClr val="00B0F0"/>
                    </a:solidFill>
                  </a:rPr>
                  <a:t>0</a:t>
                </a:r>
                <a:endParaRPr lang="en-US">
                  <a:solidFill>
                    <a:srgbClr val="00B0F0"/>
                  </a:solidFill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F132850-DD65-9525-9814-336895E3F36A}"/>
                </a:ext>
              </a:extLst>
            </p:cNvPr>
            <p:cNvSpPr txBox="1"/>
            <p:nvPr/>
          </p:nvSpPr>
          <p:spPr>
            <a:xfrm>
              <a:off x="6186535" y="1663805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00B0F0"/>
                  </a:solidFill>
                </a:rPr>
                <a:t>Z</a:t>
              </a:r>
              <a:r>
                <a:rPr lang="en-US" baseline="-25000">
                  <a:solidFill>
                    <a:srgbClr val="00B0F0"/>
                  </a:solidFill>
                </a:rPr>
                <a:t>LF</a:t>
              </a:r>
              <a:endParaRPr lang="en-US">
                <a:solidFill>
                  <a:srgbClr val="00B0F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213CBD7-1306-80CA-E984-4DF1CE7CAE2A}"/>
                </a:ext>
              </a:extLst>
            </p:cNvPr>
            <p:cNvCxnSpPr/>
            <p:nvPr/>
          </p:nvCxnSpPr>
          <p:spPr>
            <a:xfrm>
              <a:off x="6246015" y="1549400"/>
              <a:ext cx="102487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FE1D1F7-E3F2-A2F0-E487-26EB835D5E2C}"/>
                </a:ext>
              </a:extLst>
            </p:cNvPr>
            <p:cNvSpPr txBox="1"/>
            <p:nvPr/>
          </p:nvSpPr>
          <p:spPr>
            <a:xfrm>
              <a:off x="6523141" y="1244600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0070C0"/>
                  </a:solidFill>
                </a:rPr>
                <a:t>L1</a:t>
              </a: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B976FCDF-EB43-F06B-913C-CC17D9BAFCBE}"/>
                </a:ext>
              </a:extLst>
            </p:cNvPr>
            <p:cNvGrpSpPr/>
            <p:nvPr/>
          </p:nvGrpSpPr>
          <p:grpSpPr>
            <a:xfrm>
              <a:off x="5814870" y="1807812"/>
              <a:ext cx="3427190" cy="4434238"/>
              <a:chOff x="5814870" y="1807812"/>
              <a:chExt cx="3427190" cy="4434238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6D01D1B1-47AC-149A-A2EE-358C585569D8}"/>
                  </a:ext>
                </a:extLst>
              </p:cNvPr>
              <p:cNvSpPr/>
              <p:nvPr/>
            </p:nvSpPr>
            <p:spPr>
              <a:xfrm>
                <a:off x="7043761" y="2337369"/>
                <a:ext cx="454262" cy="1752600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D35D9B3-ABD8-E210-FCF6-768FF09DBAC2}"/>
                  </a:ext>
                </a:extLst>
              </p:cNvPr>
              <p:cNvSpPr/>
              <p:nvPr/>
            </p:nvSpPr>
            <p:spPr>
              <a:xfrm>
                <a:off x="5955163" y="2337369"/>
                <a:ext cx="1071349" cy="6414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1199408-B759-D93D-38C1-D613F04EBA38}"/>
                  </a:ext>
                </a:extLst>
              </p:cNvPr>
              <p:cNvSpPr/>
              <p:nvPr/>
            </p:nvSpPr>
            <p:spPr>
              <a:xfrm>
                <a:off x="6102350" y="2505691"/>
                <a:ext cx="266700" cy="304800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C6C9E4F3-E502-7102-EA04-9FE1C9DBB40B}"/>
                  </a:ext>
                </a:extLst>
              </p:cNvPr>
              <p:cNvSpPr/>
              <p:nvPr/>
            </p:nvSpPr>
            <p:spPr>
              <a:xfrm>
                <a:off x="6824449" y="2554903"/>
                <a:ext cx="698500" cy="206375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71AC940C-5071-30AB-0A93-27179A9BE193}"/>
                  </a:ext>
                </a:extLst>
              </p:cNvPr>
              <p:cNvSpPr/>
              <p:nvPr/>
            </p:nvSpPr>
            <p:spPr>
              <a:xfrm>
                <a:off x="6902451" y="3986781"/>
                <a:ext cx="620498" cy="206375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CA173A1-0812-C279-AE5D-D1A56DC34B5E}"/>
                  </a:ext>
                </a:extLst>
              </p:cNvPr>
              <p:cNvSpPr/>
              <p:nvPr/>
            </p:nvSpPr>
            <p:spPr>
              <a:xfrm>
                <a:off x="7043761" y="4089968"/>
                <a:ext cx="454262" cy="1752600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19F9705-A58C-9229-162F-99F01536D359}"/>
                  </a:ext>
                </a:extLst>
              </p:cNvPr>
              <p:cNvCxnSpPr/>
              <p:nvPr/>
            </p:nvCxnSpPr>
            <p:spPr>
              <a:xfrm flipV="1">
                <a:off x="6246016" y="1858183"/>
                <a:ext cx="0" cy="8118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882EB8B2-130A-D810-5A37-D247A9BC59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6016" y="2670011"/>
                <a:ext cx="5542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952AD0A-250E-CBE5-7D09-8F4A349D3F17}"/>
                  </a:ext>
                </a:extLst>
              </p:cNvPr>
              <p:cNvSpPr/>
              <p:nvPr/>
            </p:nvSpPr>
            <p:spPr>
              <a:xfrm>
                <a:off x="6204176" y="2618168"/>
                <a:ext cx="83678" cy="83522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0B461A-490E-9393-0363-B21A8898C45A}"/>
                  </a:ext>
                </a:extLst>
              </p:cNvPr>
              <p:cNvSpPr txBox="1"/>
              <p:nvPr/>
            </p:nvSpPr>
            <p:spPr>
              <a:xfrm>
                <a:off x="6053141" y="2637708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>
                    <a:solidFill>
                      <a:srgbClr val="FF0000"/>
                    </a:solidFill>
                  </a:rPr>
                  <a:t>X</a:t>
                </a:r>
                <a:r>
                  <a:rPr lang="en-US" baseline="-25000">
                    <a:solidFill>
                      <a:srgbClr val="FF0000"/>
                    </a:solidFill>
                  </a:rPr>
                  <a:t>LF</a:t>
                </a:r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2C947A-0366-CBDC-DD18-D6316F256A4F}"/>
                  </a:ext>
                </a:extLst>
              </p:cNvPr>
              <p:cNvSpPr txBox="1"/>
              <p:nvPr/>
            </p:nvSpPr>
            <p:spPr>
              <a:xfrm>
                <a:off x="6489823" y="2337369"/>
                <a:ext cx="466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>
                    <a:solidFill>
                      <a:schemeClr val="accent6"/>
                    </a:solidFill>
                  </a:rPr>
                  <a:t>Y</a:t>
                </a:r>
                <a:r>
                  <a:rPr lang="en-US" baseline="-25000">
                    <a:solidFill>
                      <a:schemeClr val="accent6"/>
                    </a:solidFill>
                  </a:rPr>
                  <a:t>LF</a:t>
                </a:r>
                <a:endParaRPr lang="en-US">
                  <a:solidFill>
                    <a:schemeClr val="accent6"/>
                  </a:solidFill>
                </a:endParaRP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CCB2CA9-73EB-D132-32A1-5D91D4320E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0892" y="1807812"/>
                <a:ext cx="0" cy="4434238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B7CC359B-DD70-6E93-5DA4-6B041CDC0A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14870" y="2661031"/>
                <a:ext cx="342719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35F50BD-4204-161B-0CB3-8748C3D726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14870" y="4077649"/>
                <a:ext cx="2717658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1BC960F-E781-8C45-9A20-E8C97963D0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79645" y="2681201"/>
                <a:ext cx="0" cy="1407638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04786487-7A86-F445-56F7-30EB1A2885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77409" y="4112073"/>
                <a:ext cx="12700" cy="175260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8F12E68-6FDB-1AA7-65A9-2C405E08415E}"/>
                  </a:ext>
                </a:extLst>
              </p:cNvPr>
              <p:cNvSpPr txBox="1"/>
              <p:nvPr/>
            </p:nvSpPr>
            <p:spPr>
              <a:xfrm>
                <a:off x="8793078" y="3145347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>
                    <a:solidFill>
                      <a:schemeClr val="accent5"/>
                    </a:solidFill>
                  </a:rPr>
                  <a:t>L2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B5F9079-80CE-E031-E58C-08607509CB45}"/>
                  </a:ext>
                </a:extLst>
              </p:cNvPr>
              <p:cNvSpPr txBox="1"/>
              <p:nvPr/>
            </p:nvSpPr>
            <p:spPr>
              <a:xfrm>
                <a:off x="8798290" y="4704142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>
                    <a:solidFill>
                      <a:srgbClr val="00B050"/>
                    </a:solidFill>
                  </a:rPr>
                  <a:t>L3</a:t>
                </a:r>
              </a:p>
            </p:txBody>
          </p:sp>
        </p:grp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42ACEEE1-5797-0F78-46A5-E232B5184875}"/>
                </a:ext>
              </a:extLst>
            </p:cNvPr>
            <p:cNvCxnSpPr>
              <a:endCxn id="61" idx="0"/>
            </p:cNvCxnSpPr>
            <p:nvPr/>
          </p:nvCxnSpPr>
          <p:spPr>
            <a:xfrm>
              <a:off x="9021268" y="997518"/>
              <a:ext cx="9837" cy="41767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F3EB298-A58B-5E7E-3AB0-F5E047CAE1E1}"/>
                </a:ext>
              </a:extLst>
            </p:cNvPr>
            <p:cNvSpPr txBox="1"/>
            <p:nvPr/>
          </p:nvSpPr>
          <p:spPr>
            <a:xfrm>
              <a:off x="8677952" y="1045863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00B050"/>
                  </a:solidFill>
                </a:rPr>
                <a:t>W</a:t>
              </a:r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F9EFDFE9-F383-6B61-AC65-C4ED71FBC2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1719" y="2659929"/>
              <a:ext cx="0" cy="2472735"/>
            </a:xfrm>
            <a:prstGeom prst="line">
              <a:avLst/>
            </a:prstGeom>
            <a:ln w="1270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0805A4A0-7458-968E-390E-2FD7021365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29363" y="1986151"/>
              <a:ext cx="1318034" cy="4137753"/>
            </a:xfrm>
            <a:prstGeom prst="line">
              <a:avLst/>
            </a:prstGeom>
            <a:ln w="1270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5A0303C-B0C6-FEF5-3C05-BD0708973CF7}"/>
                </a:ext>
              </a:extLst>
            </p:cNvPr>
            <p:cNvSpPr/>
            <p:nvPr/>
          </p:nvSpPr>
          <p:spPr>
            <a:xfrm rot="17835899">
              <a:off x="7524211" y="2104122"/>
              <a:ext cx="419725" cy="505820"/>
            </a:xfrm>
            <a:custGeom>
              <a:avLst/>
              <a:gdLst>
                <a:gd name="csX0" fmla="*/ 242698 w 242698"/>
                <a:gd name="csY0" fmla="*/ 0 h 284322"/>
                <a:gd name="csX1" fmla="*/ 184743 w 242698"/>
                <a:gd name="csY1" fmla="*/ 225380 h 284322"/>
                <a:gd name="csX2" fmla="*/ 4439 w 242698"/>
                <a:gd name="csY2" fmla="*/ 283335 h 284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42698" h="284322">
                  <a:moveTo>
                    <a:pt x="242698" y="0"/>
                  </a:moveTo>
                  <a:cubicBezTo>
                    <a:pt x="233575" y="89079"/>
                    <a:pt x="224453" y="178158"/>
                    <a:pt x="184743" y="225380"/>
                  </a:cubicBezTo>
                  <a:cubicBezTo>
                    <a:pt x="145033" y="272602"/>
                    <a:pt x="-29905" y="288701"/>
                    <a:pt x="4439" y="28333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550BE4BD-6EED-5F54-9E5B-07CD32C3B287}"/>
                </a:ext>
              </a:extLst>
            </p:cNvPr>
            <p:cNvSpPr txBox="1"/>
            <p:nvPr/>
          </p:nvSpPr>
          <p:spPr>
            <a:xfrm>
              <a:off x="7939780" y="1990604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θ</a:t>
              </a:r>
              <a:r>
                <a:rPr lang="en-US" baseline="-25000"/>
                <a:t>1</a:t>
              </a:r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77C64D7-3DBA-0716-F73B-BD3F5E229238}"/>
                </a:ext>
              </a:extLst>
            </p:cNvPr>
            <p:cNvSpPr/>
            <p:nvPr/>
          </p:nvSpPr>
          <p:spPr>
            <a:xfrm>
              <a:off x="6523140" y="3240143"/>
              <a:ext cx="247849" cy="188857"/>
            </a:xfrm>
            <a:custGeom>
              <a:avLst/>
              <a:gdLst>
                <a:gd name="csX0" fmla="*/ 242698 w 242698"/>
                <a:gd name="csY0" fmla="*/ 0 h 284322"/>
                <a:gd name="csX1" fmla="*/ 184743 w 242698"/>
                <a:gd name="csY1" fmla="*/ 225380 h 284322"/>
                <a:gd name="csX2" fmla="*/ 4439 w 242698"/>
                <a:gd name="csY2" fmla="*/ 283335 h 284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42698" h="284322">
                  <a:moveTo>
                    <a:pt x="242698" y="0"/>
                  </a:moveTo>
                  <a:cubicBezTo>
                    <a:pt x="233575" y="89079"/>
                    <a:pt x="224453" y="178158"/>
                    <a:pt x="184743" y="225380"/>
                  </a:cubicBezTo>
                  <a:cubicBezTo>
                    <a:pt x="145033" y="272602"/>
                    <a:pt x="-29905" y="288701"/>
                    <a:pt x="4439" y="28333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30214D8E-3219-A20E-B6A3-733A93BF73A9}"/>
                </a:ext>
              </a:extLst>
            </p:cNvPr>
            <p:cNvSpPr txBox="1"/>
            <p:nvPr/>
          </p:nvSpPr>
          <p:spPr>
            <a:xfrm>
              <a:off x="6541086" y="3366739"/>
              <a:ext cx="439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θ </a:t>
              </a:r>
              <a:r>
                <a:rPr lang="en-US" baseline="-25000"/>
                <a:t>1</a:t>
              </a:r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BA42131-079C-09A3-BA7D-E1727818629F}"/>
                </a:ext>
              </a:extLst>
            </p:cNvPr>
            <p:cNvSpPr/>
            <p:nvPr/>
          </p:nvSpPr>
          <p:spPr>
            <a:xfrm rot="20772809">
              <a:off x="6601172" y="2686914"/>
              <a:ext cx="268955" cy="351398"/>
            </a:xfrm>
            <a:custGeom>
              <a:avLst/>
              <a:gdLst>
                <a:gd name="csX0" fmla="*/ 242698 w 242698"/>
                <a:gd name="csY0" fmla="*/ 0 h 284322"/>
                <a:gd name="csX1" fmla="*/ 184743 w 242698"/>
                <a:gd name="csY1" fmla="*/ 225380 h 284322"/>
                <a:gd name="csX2" fmla="*/ 4439 w 242698"/>
                <a:gd name="csY2" fmla="*/ 283335 h 284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42698" h="284322">
                  <a:moveTo>
                    <a:pt x="242698" y="0"/>
                  </a:moveTo>
                  <a:cubicBezTo>
                    <a:pt x="233575" y="89079"/>
                    <a:pt x="224453" y="178158"/>
                    <a:pt x="184743" y="225380"/>
                  </a:cubicBezTo>
                  <a:cubicBezTo>
                    <a:pt x="145033" y="272602"/>
                    <a:pt x="-29905" y="288701"/>
                    <a:pt x="4439" y="28333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30D00EAA-FCE0-959E-C074-78AB574EF467}"/>
                </a:ext>
              </a:extLst>
            </p:cNvPr>
            <p:cNvSpPr txBox="1"/>
            <p:nvPr/>
          </p:nvSpPr>
          <p:spPr>
            <a:xfrm>
              <a:off x="6695817" y="2885984"/>
              <a:ext cx="5016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/>
                <a:t>α</a:t>
              </a:r>
              <a:endParaRPr lang="en-US"/>
            </a:p>
          </p:txBody>
        </p:sp>
      </p:grp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69FF06F5-7353-354D-7474-12DEC1A83E8B}"/>
              </a:ext>
            </a:extLst>
          </p:cNvPr>
          <p:cNvCxnSpPr>
            <a:cxnSpLocks/>
          </p:cNvCxnSpPr>
          <p:nvPr/>
        </p:nvCxnSpPr>
        <p:spPr>
          <a:xfrm>
            <a:off x="1053396" y="2674017"/>
            <a:ext cx="822216" cy="12222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B5E47EF2-9DCC-9F91-3891-32CA566DDF1C}"/>
              </a:ext>
            </a:extLst>
          </p:cNvPr>
          <p:cNvCxnSpPr>
            <a:cxnSpLocks/>
          </p:cNvCxnSpPr>
          <p:nvPr/>
        </p:nvCxnSpPr>
        <p:spPr>
          <a:xfrm flipH="1">
            <a:off x="1590343" y="3886841"/>
            <a:ext cx="275925" cy="13963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90940BBD-EC5A-C9AB-C1B4-3229AA4B6B6D}"/>
              </a:ext>
            </a:extLst>
          </p:cNvPr>
          <p:cNvSpPr txBox="1"/>
          <p:nvPr/>
        </p:nvSpPr>
        <p:spPr>
          <a:xfrm>
            <a:off x="1166829" y="3138163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5"/>
                </a:solidFill>
              </a:rPr>
              <a:t>L2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E8F6A1E-DC98-E382-1F9D-D1729D25A688}"/>
              </a:ext>
            </a:extLst>
          </p:cNvPr>
          <p:cNvSpPr txBox="1"/>
          <p:nvPr/>
        </p:nvSpPr>
        <p:spPr>
          <a:xfrm>
            <a:off x="1172041" y="469695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L3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9764D8D2-DF48-63BD-80D2-AD5BA80FDB59}"/>
              </a:ext>
            </a:extLst>
          </p:cNvPr>
          <p:cNvGrpSpPr/>
          <p:nvPr/>
        </p:nvGrpSpPr>
        <p:grpSpPr>
          <a:xfrm>
            <a:off x="10117214" y="2069437"/>
            <a:ext cx="1815911" cy="2349500"/>
            <a:chOff x="5814870" y="1807812"/>
            <a:chExt cx="3427190" cy="4434238"/>
          </a:xfrm>
        </p:grpSpPr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46B0DBC4-41DA-76F2-F629-C5798B021906}"/>
                </a:ext>
              </a:extLst>
            </p:cNvPr>
            <p:cNvSpPr/>
            <p:nvPr/>
          </p:nvSpPr>
          <p:spPr>
            <a:xfrm>
              <a:off x="7043761" y="2337369"/>
              <a:ext cx="454262" cy="1752600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: Rounded Corners 163">
              <a:extLst>
                <a:ext uri="{FF2B5EF4-FFF2-40B4-BE49-F238E27FC236}">
                  <a16:creationId xmlns:a16="http://schemas.microsoft.com/office/drawing/2014/main" id="{A9888DC0-C819-F70F-A5E5-90BFEDF02CF7}"/>
                </a:ext>
              </a:extLst>
            </p:cNvPr>
            <p:cNvSpPr/>
            <p:nvPr/>
          </p:nvSpPr>
          <p:spPr>
            <a:xfrm>
              <a:off x="5955163" y="2337369"/>
              <a:ext cx="1071349" cy="64144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63B19D0E-A9E3-E285-0098-28122DEE8984}"/>
                </a:ext>
              </a:extLst>
            </p:cNvPr>
            <p:cNvSpPr/>
            <p:nvPr/>
          </p:nvSpPr>
          <p:spPr>
            <a:xfrm>
              <a:off x="6102350" y="2505691"/>
              <a:ext cx="266700" cy="3048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2B353B26-9DA0-CAB7-83CB-026EEC008627}"/>
                </a:ext>
              </a:extLst>
            </p:cNvPr>
            <p:cNvSpPr/>
            <p:nvPr/>
          </p:nvSpPr>
          <p:spPr>
            <a:xfrm>
              <a:off x="6824449" y="2554903"/>
              <a:ext cx="698500" cy="206375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: Rounded Corners 166">
              <a:extLst>
                <a:ext uri="{FF2B5EF4-FFF2-40B4-BE49-F238E27FC236}">
                  <a16:creationId xmlns:a16="http://schemas.microsoft.com/office/drawing/2014/main" id="{4BF598C8-10CE-FC51-6BA1-97D8D454783D}"/>
                </a:ext>
              </a:extLst>
            </p:cNvPr>
            <p:cNvSpPr/>
            <p:nvPr/>
          </p:nvSpPr>
          <p:spPr>
            <a:xfrm>
              <a:off x="6902451" y="3986781"/>
              <a:ext cx="620498" cy="206375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: Rounded Corners 167">
              <a:extLst>
                <a:ext uri="{FF2B5EF4-FFF2-40B4-BE49-F238E27FC236}">
                  <a16:creationId xmlns:a16="http://schemas.microsoft.com/office/drawing/2014/main" id="{EC50D40A-C65D-66E0-BA71-D82B6A40C1EB}"/>
                </a:ext>
              </a:extLst>
            </p:cNvPr>
            <p:cNvSpPr/>
            <p:nvPr/>
          </p:nvSpPr>
          <p:spPr>
            <a:xfrm>
              <a:off x="7043761" y="4089968"/>
              <a:ext cx="454262" cy="17526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526BC830-9CE4-AC01-C2ED-900CBC47433F}"/>
                </a:ext>
              </a:extLst>
            </p:cNvPr>
            <p:cNvCxnSpPr/>
            <p:nvPr/>
          </p:nvCxnSpPr>
          <p:spPr>
            <a:xfrm flipV="1">
              <a:off x="6246016" y="1858183"/>
              <a:ext cx="0" cy="8118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D423F5A6-FD27-DCBB-4BA3-87B21EAA9ECB}"/>
                </a:ext>
              </a:extLst>
            </p:cNvPr>
            <p:cNvCxnSpPr>
              <a:cxnSpLocks/>
            </p:cNvCxnSpPr>
            <p:nvPr/>
          </p:nvCxnSpPr>
          <p:spPr>
            <a:xfrm>
              <a:off x="6246016" y="2670011"/>
              <a:ext cx="5542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EE9343C2-6D40-C731-C6E1-CB6259510F3F}"/>
                </a:ext>
              </a:extLst>
            </p:cNvPr>
            <p:cNvSpPr/>
            <p:nvPr/>
          </p:nvSpPr>
          <p:spPr>
            <a:xfrm>
              <a:off x="6204176" y="2618168"/>
              <a:ext cx="83678" cy="8352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EDD7E9D5-DED8-91A9-C522-C8D1449467E8}"/>
                </a:ext>
              </a:extLst>
            </p:cNvPr>
            <p:cNvSpPr txBox="1"/>
            <p:nvPr/>
          </p:nvSpPr>
          <p:spPr>
            <a:xfrm>
              <a:off x="6053141" y="2637708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X</a:t>
              </a:r>
              <a:r>
                <a:rPr lang="en-US" baseline="-25000">
                  <a:solidFill>
                    <a:srgbClr val="FF0000"/>
                  </a:solidFill>
                </a:rPr>
                <a:t>LF</a:t>
              </a:r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9F0213C1-2E39-A2F8-26CF-D6AAC696D1AD}"/>
                </a:ext>
              </a:extLst>
            </p:cNvPr>
            <p:cNvSpPr txBox="1"/>
            <p:nvPr/>
          </p:nvSpPr>
          <p:spPr>
            <a:xfrm>
              <a:off x="6489823" y="2337369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accent6"/>
                  </a:solidFill>
                </a:rPr>
                <a:t>Y</a:t>
              </a:r>
              <a:r>
                <a:rPr lang="en-US" baseline="-25000">
                  <a:solidFill>
                    <a:schemeClr val="accent6"/>
                  </a:solidFill>
                </a:rPr>
                <a:t>LF</a:t>
              </a:r>
              <a:endParaRPr lang="en-US">
                <a:solidFill>
                  <a:schemeClr val="accent6"/>
                </a:solidFill>
              </a:endParaRP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8B43AB4-5A83-DF75-A2F3-9DC691868D7B}"/>
                </a:ext>
              </a:extLst>
            </p:cNvPr>
            <p:cNvCxnSpPr>
              <a:cxnSpLocks/>
            </p:cNvCxnSpPr>
            <p:nvPr/>
          </p:nvCxnSpPr>
          <p:spPr>
            <a:xfrm>
              <a:off x="7270892" y="1807812"/>
              <a:ext cx="0" cy="4434238"/>
            </a:xfrm>
            <a:prstGeom prst="line">
              <a:avLst/>
            </a:prstGeom>
            <a:ln w="9525"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EFCCA024-DC11-6691-D6B4-E5B5A2045425}"/>
                </a:ext>
              </a:extLst>
            </p:cNvPr>
            <p:cNvCxnSpPr>
              <a:cxnSpLocks/>
            </p:cNvCxnSpPr>
            <p:nvPr/>
          </p:nvCxnSpPr>
          <p:spPr>
            <a:xfrm>
              <a:off x="5814870" y="2661031"/>
              <a:ext cx="3427190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0310A441-579C-F04D-957D-5029C106703B}"/>
                </a:ext>
              </a:extLst>
            </p:cNvPr>
            <p:cNvCxnSpPr>
              <a:cxnSpLocks/>
            </p:cNvCxnSpPr>
            <p:nvPr/>
          </p:nvCxnSpPr>
          <p:spPr>
            <a:xfrm>
              <a:off x="5814870" y="4077649"/>
              <a:ext cx="2717658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D5657D0A-11D7-63C6-97C2-DE7DCB19BB14}"/>
                </a:ext>
              </a:extLst>
            </p:cNvPr>
            <p:cNvCxnSpPr>
              <a:cxnSpLocks/>
            </p:cNvCxnSpPr>
            <p:nvPr/>
          </p:nvCxnSpPr>
          <p:spPr>
            <a:xfrm>
              <a:off x="8679645" y="2681201"/>
              <a:ext cx="0" cy="140763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8118F9A6-BE12-38D9-F269-9F4A0B1ED2F6}"/>
                </a:ext>
              </a:extLst>
            </p:cNvPr>
            <p:cNvCxnSpPr>
              <a:cxnSpLocks/>
            </p:cNvCxnSpPr>
            <p:nvPr/>
          </p:nvCxnSpPr>
          <p:spPr>
            <a:xfrm>
              <a:off x="8677409" y="4112073"/>
              <a:ext cx="12700" cy="175260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E59122BC-AA65-9927-8111-5EAC5169D04E}"/>
                </a:ext>
              </a:extLst>
            </p:cNvPr>
            <p:cNvSpPr txBox="1"/>
            <p:nvPr/>
          </p:nvSpPr>
          <p:spPr>
            <a:xfrm>
              <a:off x="8793078" y="3145347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L2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454AD1A0-0D61-1AA3-0603-FA0304EF00CE}"/>
                </a:ext>
              </a:extLst>
            </p:cNvPr>
            <p:cNvSpPr txBox="1"/>
            <p:nvPr/>
          </p:nvSpPr>
          <p:spPr>
            <a:xfrm>
              <a:off x="8798290" y="4704142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00B050"/>
                  </a:solidFill>
                </a:rPr>
                <a:t>L3</a:t>
              </a: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47877D2B-C593-EF4F-745F-4A3D9A58AA25}"/>
              </a:ext>
            </a:extLst>
          </p:cNvPr>
          <p:cNvGrpSpPr/>
          <p:nvPr/>
        </p:nvGrpSpPr>
        <p:grpSpPr>
          <a:xfrm rot="1432827">
            <a:off x="9373972" y="2385740"/>
            <a:ext cx="1826057" cy="1857245"/>
            <a:chOff x="5238590" y="2489769"/>
            <a:chExt cx="3446338" cy="3505199"/>
          </a:xfrm>
          <a:noFill/>
        </p:grpSpPr>
        <p:sp>
          <p:nvSpPr>
            <p:cNvPr id="182" name="Rectangle: Rounded Corners 181">
              <a:extLst>
                <a:ext uri="{FF2B5EF4-FFF2-40B4-BE49-F238E27FC236}">
                  <a16:creationId xmlns:a16="http://schemas.microsoft.com/office/drawing/2014/main" id="{C69EB589-51BC-CAD1-992A-44665F3050D6}"/>
                </a:ext>
              </a:extLst>
            </p:cNvPr>
            <p:cNvSpPr/>
            <p:nvPr/>
          </p:nvSpPr>
          <p:spPr>
            <a:xfrm>
              <a:off x="7196161" y="2489769"/>
              <a:ext cx="454262" cy="1752600"/>
            </a:xfrm>
            <a:prstGeom prst="roundRect">
              <a:avLst/>
            </a:prstGeom>
            <a:grpFill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: Rounded Corners 182">
              <a:extLst>
                <a:ext uri="{FF2B5EF4-FFF2-40B4-BE49-F238E27FC236}">
                  <a16:creationId xmlns:a16="http://schemas.microsoft.com/office/drawing/2014/main" id="{945E5773-1267-A373-201F-67A49B26D7C3}"/>
                </a:ext>
              </a:extLst>
            </p:cNvPr>
            <p:cNvSpPr/>
            <p:nvPr/>
          </p:nvSpPr>
          <p:spPr>
            <a:xfrm>
              <a:off x="6107563" y="2489769"/>
              <a:ext cx="1071349" cy="64144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: Rounded Corners 183">
              <a:extLst>
                <a:ext uri="{FF2B5EF4-FFF2-40B4-BE49-F238E27FC236}">
                  <a16:creationId xmlns:a16="http://schemas.microsoft.com/office/drawing/2014/main" id="{0F620438-A59C-150D-7C7C-89B13DB6D618}"/>
                </a:ext>
              </a:extLst>
            </p:cNvPr>
            <p:cNvSpPr/>
            <p:nvPr/>
          </p:nvSpPr>
          <p:spPr>
            <a:xfrm>
              <a:off x="7054851" y="4139181"/>
              <a:ext cx="620498" cy="206375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: Rounded Corners 184">
              <a:extLst>
                <a:ext uri="{FF2B5EF4-FFF2-40B4-BE49-F238E27FC236}">
                  <a16:creationId xmlns:a16="http://schemas.microsoft.com/office/drawing/2014/main" id="{ADCBEE8B-DCBE-FE2C-D8F4-909FC018A355}"/>
                </a:ext>
              </a:extLst>
            </p:cNvPr>
            <p:cNvSpPr/>
            <p:nvPr/>
          </p:nvSpPr>
          <p:spPr>
            <a:xfrm>
              <a:off x="7196161" y="4242368"/>
              <a:ext cx="454262" cy="1752600"/>
            </a:xfrm>
            <a:prstGeom prst="roundRect">
              <a:avLst/>
            </a:prstGeom>
            <a:grpFill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F1AC5565-6653-F3F3-B371-9E266EF92E68}"/>
                </a:ext>
              </a:extLst>
            </p:cNvPr>
            <p:cNvCxnSpPr>
              <a:cxnSpLocks/>
            </p:cNvCxnSpPr>
            <p:nvPr/>
          </p:nvCxnSpPr>
          <p:spPr>
            <a:xfrm>
              <a:off x="5967270" y="2813431"/>
              <a:ext cx="2717658" cy="0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95D16DBB-A89D-D3B7-77BC-64B37A9290F3}"/>
                </a:ext>
              </a:extLst>
            </p:cNvPr>
            <p:cNvCxnSpPr>
              <a:cxnSpLocks/>
            </p:cNvCxnSpPr>
            <p:nvPr/>
          </p:nvCxnSpPr>
          <p:spPr>
            <a:xfrm rot="2342148">
              <a:off x="5238590" y="3065651"/>
              <a:ext cx="3252991" cy="2216835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152D6C47-A14D-A4C3-9D34-0DCB7A8BFCBC}"/>
              </a:ext>
            </a:extLst>
          </p:cNvPr>
          <p:cNvCxnSpPr>
            <a:cxnSpLocks/>
          </p:cNvCxnSpPr>
          <p:nvPr/>
        </p:nvCxnSpPr>
        <p:spPr>
          <a:xfrm flipH="1" flipV="1">
            <a:off x="10227368" y="2138463"/>
            <a:ext cx="698366" cy="2192406"/>
          </a:xfrm>
          <a:prstGeom prst="line">
            <a:avLst/>
          </a:prstGeom>
          <a:ln w="12700"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C3C1B13D-91B1-9BE2-38C0-0B724C9E9B75}"/>
              </a:ext>
            </a:extLst>
          </p:cNvPr>
          <p:cNvCxnSpPr>
            <a:cxnSpLocks/>
          </p:cNvCxnSpPr>
          <p:nvPr/>
        </p:nvCxnSpPr>
        <p:spPr>
          <a:xfrm flipV="1">
            <a:off x="10119709" y="2519501"/>
            <a:ext cx="0" cy="19759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EAE8C4C6-FFDD-D8F4-6D22-2088DE1E86BC}"/>
              </a:ext>
            </a:extLst>
          </p:cNvPr>
          <p:cNvCxnSpPr>
            <a:cxnSpLocks/>
          </p:cNvCxnSpPr>
          <p:nvPr/>
        </p:nvCxnSpPr>
        <p:spPr>
          <a:xfrm flipH="1">
            <a:off x="10067321" y="2162077"/>
            <a:ext cx="991658" cy="227434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3" name="Freeform: Shape 202">
            <a:extLst>
              <a:ext uri="{FF2B5EF4-FFF2-40B4-BE49-F238E27FC236}">
                <a16:creationId xmlns:a16="http://schemas.microsoft.com/office/drawing/2014/main" id="{7A801B36-C12E-4773-081B-9A0DB951F54C}"/>
              </a:ext>
            </a:extLst>
          </p:cNvPr>
          <p:cNvSpPr/>
          <p:nvPr/>
        </p:nvSpPr>
        <p:spPr>
          <a:xfrm>
            <a:off x="11199019" y="2552700"/>
            <a:ext cx="142901" cy="326231"/>
          </a:xfrm>
          <a:custGeom>
            <a:avLst/>
            <a:gdLst>
              <a:gd name="csX0" fmla="*/ 111919 w 142901"/>
              <a:gd name="csY0" fmla="*/ 0 h 326231"/>
              <a:gd name="csX1" fmla="*/ 135731 w 142901"/>
              <a:gd name="csY1" fmla="*/ 183356 h 326231"/>
              <a:gd name="csX2" fmla="*/ 0 w 142901"/>
              <a:gd name="csY2" fmla="*/ 326231 h 326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2901" h="326231">
                <a:moveTo>
                  <a:pt x="111919" y="0"/>
                </a:moveTo>
                <a:cubicBezTo>
                  <a:pt x="133151" y="64492"/>
                  <a:pt x="154384" y="128984"/>
                  <a:pt x="135731" y="183356"/>
                </a:cubicBezTo>
                <a:cubicBezTo>
                  <a:pt x="117078" y="237728"/>
                  <a:pt x="17462" y="314722"/>
                  <a:pt x="0" y="32623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A2225566-7581-4281-7ACC-432778942C8E}"/>
              </a:ext>
            </a:extLst>
          </p:cNvPr>
          <p:cNvSpPr txBox="1"/>
          <p:nvPr/>
        </p:nvSpPr>
        <p:spPr>
          <a:xfrm>
            <a:off x="11275231" y="2592114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θ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205" name="Freeform: Shape 204">
            <a:extLst>
              <a:ext uri="{FF2B5EF4-FFF2-40B4-BE49-F238E27FC236}">
                <a16:creationId xmlns:a16="http://schemas.microsoft.com/office/drawing/2014/main" id="{9E3A2AC9-5A63-4824-F675-BB3CAC33BDD7}"/>
              </a:ext>
            </a:extLst>
          </p:cNvPr>
          <p:cNvSpPr/>
          <p:nvPr/>
        </p:nvSpPr>
        <p:spPr>
          <a:xfrm rot="3987275">
            <a:off x="10342362" y="2824161"/>
            <a:ext cx="107691" cy="148816"/>
          </a:xfrm>
          <a:custGeom>
            <a:avLst/>
            <a:gdLst>
              <a:gd name="csX0" fmla="*/ 111919 w 142901"/>
              <a:gd name="csY0" fmla="*/ 0 h 326231"/>
              <a:gd name="csX1" fmla="*/ 135731 w 142901"/>
              <a:gd name="csY1" fmla="*/ 183356 h 326231"/>
              <a:gd name="csX2" fmla="*/ 0 w 142901"/>
              <a:gd name="csY2" fmla="*/ 326231 h 326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2901" h="326231">
                <a:moveTo>
                  <a:pt x="111919" y="0"/>
                </a:moveTo>
                <a:cubicBezTo>
                  <a:pt x="133151" y="64492"/>
                  <a:pt x="154384" y="128984"/>
                  <a:pt x="135731" y="183356"/>
                </a:cubicBezTo>
                <a:cubicBezTo>
                  <a:pt x="117078" y="237728"/>
                  <a:pt x="17462" y="314722"/>
                  <a:pt x="0" y="32623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1F84A78F-A83A-46E0-7F5B-9EB84D2418A1}"/>
              </a:ext>
            </a:extLst>
          </p:cNvPr>
          <p:cNvSpPr txBox="1"/>
          <p:nvPr/>
        </p:nvSpPr>
        <p:spPr>
          <a:xfrm>
            <a:off x="10216187" y="2845764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θ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418DD58-5A3B-1B94-6AFE-0562E0683109}"/>
              </a:ext>
            </a:extLst>
          </p:cNvPr>
          <p:cNvSpPr txBox="1"/>
          <p:nvPr/>
        </p:nvSpPr>
        <p:spPr>
          <a:xfrm>
            <a:off x="557932" y="5905531"/>
            <a:ext cx="29290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  <a:r>
              <a:rPr lang="en-US" baseline="-25000"/>
              <a:t>A </a:t>
            </a:r>
            <a:r>
              <a:rPr lang="en-US"/>
              <a:t>= L</a:t>
            </a:r>
            <a:r>
              <a:rPr lang="en-US" baseline="-25000"/>
              <a:t>2</a:t>
            </a:r>
            <a:r>
              <a:rPr lang="en-US"/>
              <a:t>cos(θ</a:t>
            </a:r>
            <a:r>
              <a:rPr lang="en-US" baseline="-25000"/>
              <a:t>2</a:t>
            </a:r>
            <a:r>
              <a:rPr lang="en-US"/>
              <a:t>)+L</a:t>
            </a:r>
            <a:r>
              <a:rPr lang="en-US" baseline="-25000"/>
              <a:t>3</a:t>
            </a:r>
            <a:r>
              <a:rPr lang="en-US"/>
              <a:t>cos(θ</a:t>
            </a:r>
            <a:r>
              <a:rPr lang="en-US" baseline="-25000"/>
              <a:t>2</a:t>
            </a:r>
            <a:r>
              <a:rPr lang="en-US"/>
              <a:t>+θ</a:t>
            </a:r>
            <a:r>
              <a:rPr lang="en-US" baseline="-25000"/>
              <a:t>3</a:t>
            </a:r>
            <a:r>
              <a:rPr lang="en-US"/>
              <a:t>)</a:t>
            </a:r>
          </a:p>
          <a:p>
            <a:r>
              <a:rPr lang="en-US"/>
              <a:t>Z</a:t>
            </a:r>
            <a:r>
              <a:rPr lang="en-US" baseline="-25000"/>
              <a:t>A = </a:t>
            </a:r>
            <a:r>
              <a:rPr lang="en-US"/>
              <a:t>-L</a:t>
            </a:r>
            <a:r>
              <a:rPr lang="en-US" baseline="-25000"/>
              <a:t>2</a:t>
            </a:r>
            <a:r>
              <a:rPr lang="en-US"/>
              <a:t>sin(θ</a:t>
            </a:r>
            <a:r>
              <a:rPr lang="en-US" baseline="-25000"/>
              <a:t>2</a:t>
            </a:r>
            <a:r>
              <a:rPr lang="en-US"/>
              <a:t>)-L</a:t>
            </a:r>
            <a:r>
              <a:rPr lang="en-US" baseline="-25000"/>
              <a:t>3</a:t>
            </a:r>
            <a:r>
              <a:rPr lang="en-US"/>
              <a:t>sin(θ</a:t>
            </a:r>
            <a:r>
              <a:rPr lang="en-US" baseline="-25000"/>
              <a:t>2</a:t>
            </a:r>
            <a:r>
              <a:rPr lang="en-US"/>
              <a:t>+θ</a:t>
            </a:r>
            <a:r>
              <a:rPr lang="en-US" baseline="-25000"/>
              <a:t>3</a:t>
            </a:r>
            <a:r>
              <a:rPr lang="en-US"/>
              <a:t>)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F8A2FE02-851C-F2AA-534C-11F87A823AAC}"/>
              </a:ext>
            </a:extLst>
          </p:cNvPr>
          <p:cNvSpPr txBox="1"/>
          <p:nvPr/>
        </p:nvSpPr>
        <p:spPr>
          <a:xfrm>
            <a:off x="8936586" y="5192881"/>
            <a:ext cx="28648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dc = sqrt(L</a:t>
            </a:r>
            <a:r>
              <a:rPr lang="en-US" baseline="-25000"/>
              <a:t>1*</a:t>
            </a:r>
            <a:r>
              <a:rPr lang="en-US"/>
              <a:t>L</a:t>
            </a:r>
            <a:r>
              <a:rPr lang="en-US" baseline="-25000"/>
              <a:t>1</a:t>
            </a:r>
            <a:r>
              <a:rPr lang="en-US"/>
              <a:t>+Z</a:t>
            </a:r>
            <a:r>
              <a:rPr lang="en-US" baseline="-25000"/>
              <a:t>A*</a:t>
            </a:r>
            <a:r>
              <a:rPr lang="en-US"/>
              <a:t>Z</a:t>
            </a:r>
            <a:r>
              <a:rPr lang="en-US" baseline="-25000"/>
              <a:t>A</a:t>
            </a:r>
            <a:r>
              <a:rPr lang="en-US"/>
              <a:t>)</a:t>
            </a:r>
          </a:p>
          <a:p>
            <a:r>
              <a:rPr lang="el-GR"/>
              <a:t>α</a:t>
            </a:r>
            <a:r>
              <a:rPr lang="en-US"/>
              <a:t> = atan2(Z</a:t>
            </a:r>
            <a:r>
              <a:rPr lang="en-US" baseline="-25000"/>
              <a:t>A</a:t>
            </a:r>
            <a:r>
              <a:rPr lang="en-US"/>
              <a:t>,L1) </a:t>
            </a:r>
          </a:p>
          <a:p>
            <a:r>
              <a:rPr lang="en-US"/>
              <a:t>X</a:t>
            </a:r>
            <a:r>
              <a:rPr lang="en-US" baseline="-25000"/>
              <a:t>B </a:t>
            </a:r>
            <a:r>
              <a:rPr lang="en-US"/>
              <a:t>= L</a:t>
            </a:r>
            <a:r>
              <a:rPr lang="en-US" baseline="-25000"/>
              <a:t>2</a:t>
            </a:r>
            <a:r>
              <a:rPr lang="en-US"/>
              <a:t>cos(θ</a:t>
            </a:r>
            <a:r>
              <a:rPr lang="en-US" baseline="-25000"/>
              <a:t>2</a:t>
            </a:r>
            <a:r>
              <a:rPr lang="en-US"/>
              <a:t>)+L</a:t>
            </a:r>
            <a:r>
              <a:rPr lang="en-US" baseline="-25000"/>
              <a:t>3</a:t>
            </a:r>
            <a:r>
              <a:rPr lang="en-US"/>
              <a:t>cos(θ</a:t>
            </a:r>
            <a:r>
              <a:rPr lang="en-US" baseline="-25000"/>
              <a:t>2</a:t>
            </a:r>
            <a:r>
              <a:rPr lang="en-US"/>
              <a:t>+θ</a:t>
            </a:r>
            <a:r>
              <a:rPr lang="en-US" baseline="-25000"/>
              <a:t>3</a:t>
            </a:r>
            <a:r>
              <a:rPr lang="en-US"/>
              <a:t>)</a:t>
            </a:r>
          </a:p>
          <a:p>
            <a:r>
              <a:rPr lang="en-US"/>
              <a:t>Y</a:t>
            </a:r>
            <a:r>
              <a:rPr lang="en-US" baseline="-25000"/>
              <a:t>B</a:t>
            </a:r>
            <a:r>
              <a:rPr lang="en-US"/>
              <a:t> = Z</a:t>
            </a:r>
            <a:r>
              <a:rPr lang="en-US" baseline="-25000"/>
              <a:t>A</a:t>
            </a:r>
            <a:r>
              <a:rPr lang="en-US"/>
              <a:t>*cos(θ </a:t>
            </a:r>
            <a:r>
              <a:rPr lang="en-US" baseline="-25000"/>
              <a:t>1</a:t>
            </a:r>
            <a:r>
              <a:rPr lang="en-US"/>
              <a:t>+</a:t>
            </a:r>
            <a:r>
              <a:rPr lang="el-GR"/>
              <a:t>α</a:t>
            </a:r>
            <a:r>
              <a:rPr lang="en-US"/>
              <a:t>)</a:t>
            </a:r>
          </a:p>
          <a:p>
            <a:r>
              <a:rPr lang="en-US"/>
              <a:t>Z</a:t>
            </a:r>
            <a:r>
              <a:rPr lang="en-US" baseline="-25000"/>
              <a:t>B</a:t>
            </a:r>
            <a:r>
              <a:rPr lang="en-US"/>
              <a:t> = Z</a:t>
            </a:r>
            <a:r>
              <a:rPr lang="en-US" baseline="-25000"/>
              <a:t>A</a:t>
            </a:r>
            <a:r>
              <a:rPr lang="en-US"/>
              <a:t>*sin(θ </a:t>
            </a:r>
            <a:r>
              <a:rPr lang="en-US" baseline="-25000"/>
              <a:t>1</a:t>
            </a:r>
            <a:r>
              <a:rPr lang="en-US"/>
              <a:t>+</a:t>
            </a:r>
            <a:r>
              <a:rPr lang="el-GR"/>
              <a:t>α</a:t>
            </a:r>
            <a:r>
              <a:rPr lang="en-US"/>
              <a:t>)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87E3E44-66D8-AC03-3E45-5B330D932A2B}"/>
              </a:ext>
            </a:extLst>
          </p:cNvPr>
          <p:cNvSpPr txBox="1"/>
          <p:nvPr/>
        </p:nvSpPr>
        <p:spPr>
          <a:xfrm>
            <a:off x="165176" y="1434633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Phase A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CC0CBDB6-FA92-B4CA-E5F3-4642B2E35212}"/>
              </a:ext>
            </a:extLst>
          </p:cNvPr>
          <p:cNvSpPr txBox="1"/>
          <p:nvPr/>
        </p:nvSpPr>
        <p:spPr>
          <a:xfrm>
            <a:off x="4827735" y="1107873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Phase B</a:t>
            </a:r>
          </a:p>
        </p:txBody>
      </p:sp>
    </p:spTree>
    <p:extLst>
      <p:ext uri="{BB962C8B-B14F-4D97-AF65-F5344CB8AC3E}">
        <p14:creationId xmlns:p14="http://schemas.microsoft.com/office/powerpoint/2010/main" val="3247622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125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Robot Dog</vt:lpstr>
      <vt:lpstr>FKinematics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DAM, Nam Phuong</dc:creator>
  <cp:lastModifiedBy>DAM, Nam Phuong</cp:lastModifiedBy>
  <cp:revision>33</cp:revision>
  <dcterms:created xsi:type="dcterms:W3CDTF">2025-12-12T07:13:07Z</dcterms:created>
  <dcterms:modified xsi:type="dcterms:W3CDTF">2025-12-12T12:13:02Z</dcterms:modified>
</cp:coreProperties>
</file>